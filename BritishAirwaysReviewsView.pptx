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E1BA790C-785E-4E41-8090-F7A6F4688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95250"/>
            <a:ext cx="114300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Guna, Aishwarya</cp:lastModifiedBy>
  <cp:revision>1</cp:revision>
  <dcterms:created xsi:type="dcterms:W3CDTF">2026-01-04T03:21:10Z</dcterms:created>
  <dcterms:modified xsi:type="dcterms:W3CDTF">2026-01-04T03:21:49Z</dcterms:modified>
</cp:coreProperties>
</file>